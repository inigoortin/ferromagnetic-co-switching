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</Types>
</file>

<file path=_rels/.rels><?xml version="1.0" encoding="UTF-8" standalone="yes"?>
<Relationships xmlns="http://schemas.openxmlformats.org/package/2006/relationships">
	<Relationship Id="rId3" Type="http://schemas.openxmlformats.org/package/2006/relationships/metadata/core-properties" Target="docProps/core.xml" />
	<Relationship Id="rId1" Type="http://schemas.openxmlformats.org/officeDocument/2006/relationships/officeDocument" Target="ppt/presentation.xml" />
	<Relationship Id="rId2" Type="http://schemas.openxmlformats.org/officeDocument/2006/relationships/extended-properties" Target="docProps/app.xml" 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x="4608004" cy="3456000"/>
  <p:notesSz cx="4608004" cy="3456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
	<Relationship Id="rId3" Type="http://schemas.openxmlformats.org/officeDocument/2006/relationships/presProps" Target="presProps.xml" />
	<Relationship Id="rId2" Type="http://schemas.openxmlformats.org/officeDocument/2006/relationships/slide" Target="slides/slide1.xml" />
	<Relationship Id="rId1" Type="http://schemas.openxmlformats.org/officeDocument/2006/relationships/slideMaster" Target="slideMasters/slideMaster1.xml" />
	<Relationship Id="rId6" Type="http://schemas.openxmlformats.org/officeDocument/2006/relationships/tableStyles" Target="tableStyles.xml" />
	<Relationship Id="rId5" Type="http://schemas.openxmlformats.org/officeDocument/2006/relationships/theme" Target="theme/theme1.xml" />
	<Relationship Id="rId4" Type="http://schemas.openxmlformats.org/officeDocument/2006/relationships/viewProps" Target="viewProps.xml" />
	<Relationship Id="rId7" Type="http://schemas.openxmlformats.org/officeDocument/2006/relationships/slide" Target="slides/slide2.xml" />
	<Relationship Id="rId8" Type="http://schemas.openxmlformats.org/officeDocument/2006/relationships/slide" Target="slides/slide3.xml" />
	<Relationship Id="rId9" Type="http://schemas.openxmlformats.org/officeDocument/2006/relationships/slide" Target="slides/slide4.xml" />
	<Relationship Id="rId10" Type="http://schemas.openxmlformats.org/officeDocument/2006/relationships/slide" Target="slides/slide5.xml" />
	<Relationship Id="rId11" Type="http://schemas.openxmlformats.org/officeDocument/2006/relationships/slide" Target="slides/slide6.xml" />
	<Relationship Id="rId12" Type="http://schemas.openxmlformats.org/officeDocument/2006/relationships/slide" Target="slides/slide7.xml" />
	<Relationship Id="rId13" Type="http://schemas.openxmlformats.org/officeDocument/2006/relationships/slide" Target="slides/slide8.xml" />
	<Relationship Id="rId14" Type="http://schemas.openxmlformats.org/officeDocument/2006/relationships/slide" Target="slides/slide9.xml" />
	<Relationship Id="rId15" Type="http://schemas.openxmlformats.org/officeDocument/2006/relationships/slide" Target="slides/slide10.xml" />
	<Relationship Id="rId16" Type="http://schemas.openxmlformats.org/officeDocument/2006/relationships/slide" Target="slides/slide11.xml" />
	<Relationship Id="rId17" Type="http://schemas.openxmlformats.org/officeDocument/2006/relationships/slide" Target="slides/slide12.xml" />
	<Relationship Id="rId18" Type="http://schemas.openxmlformats.org/officeDocument/2006/relationships/slide" Target="slides/slide13.xml" />
	<Relationship Id="rId19" Type="http://schemas.openxmlformats.org/officeDocument/2006/relationships/slide" Target="slides/slide14.xml" />
	<Relationship Id="rId20" Type="http://schemas.openxmlformats.org/officeDocument/2006/relationships/slide" Target="slides/slide15.xml" />
	<Relationship Id="rId21" Type="http://schemas.openxmlformats.org/officeDocument/2006/relationships/slide" Target="slides/slide16.xml" />
	<Relationship Id="rId22" Type="http://schemas.openxmlformats.org/officeDocument/2006/relationships/slide" Target="slides/slide17.xml" />
	<Relationship Id="rId23" Type="http://schemas.openxmlformats.org/officeDocument/2006/relationships/slide" Target="slides/slide18.xml" />
	<Relationship Id="rId24" Type="http://schemas.openxmlformats.org/officeDocument/2006/relationships/slide" Target="slides/slide19.xml" />
	<Relationship Id="rId25" Type="http://schemas.openxmlformats.org/officeDocument/2006/relationships/slide" Target="slides/slide20.xml" />
	<Relationship Id="rId26" Type="http://schemas.openxmlformats.org/officeDocument/2006/relationships/slide" Target="slides/slide21.xml" />
	<Relationship Id="rId27" Type="http://schemas.openxmlformats.org/officeDocument/2006/relationships/slide" Target="slides/slide22.xml" />
	<Relationship Id="rId28" Type="http://schemas.openxmlformats.org/officeDocument/2006/relationships/slide" Target="slides/slide23.xml" />
	<Relationship Id="rId29" Type="http://schemas.openxmlformats.org/officeDocument/2006/relationships/slide" Target="slides/slide24.xml" />
	<Relationship Id="rId30" Type="http://schemas.openxmlformats.org/officeDocument/2006/relationships/slide" Target="slides/slide25.xml" />
	<Relationship Id="rId31" Type="http://schemas.openxmlformats.org/officeDocument/2006/relationships/slide" Target="slides/slide26.xml" />
	<Relationship Id="rId32" Type="http://schemas.openxmlformats.org/officeDocument/2006/relationships/slide" Target="slides/slide27.xml" />
	<Relationship Id="rId33" Type="http://schemas.openxmlformats.org/officeDocument/2006/relationships/slide" Target="slides/slide28.xml" />
	<Relationship Id="rId34" Type="http://schemas.openxmlformats.org/officeDocument/2006/relationships/slide" Target="slides/slide29.xml" />
	<Relationship Id="rId35" Type="http://schemas.openxmlformats.org/officeDocument/2006/relationships/slide" Target="slides/slide30.xml" />
	<Relationship Id="rId36" Type="http://schemas.openxmlformats.org/officeDocument/2006/relationships/slide" Target="slides/slide31.xml" />
	<Relationship Id="rId37" Type="http://schemas.openxmlformats.org/officeDocument/2006/relationships/slide" Target="slides/slide32.xml" />
	<Relationship Id="rId38" Type="http://schemas.openxmlformats.org/officeDocument/2006/relationships/slide" Target="slides/slide33.xml" />
	<Relationship Id="rId39" Type="http://schemas.openxmlformats.org/officeDocument/2006/relationships/slide" Target="slides/slide34.xml" />
	<Relationship Id="rId40" Type="http://schemas.openxmlformats.org/officeDocument/2006/relationships/slide" Target="slides/slide35.xml" />
</Relationships>

</file>

<file path=ppt/slideLayouts/_rels/slideLayout1.xml.rels><?xml version="1.0" encoding="UTF-8" standalone="yes"?>
<Relationships xmlns="http://schemas.openxmlformats.org/package/2006/relationships">
	<Relationship Id="rId1" Type="http://schemas.openxmlformats.org/officeDocument/2006/relationships/slideMaster" Target="../slideMasters/slideMaster1.xml" />
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17569F-8533-4469-277C-D6530C6BDA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EECD63C-7516-59D0-BA8F-3107B611BA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219EF0-E1EF-FE52-728D-54B4E5DCA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D8758-6FB4-4023-B001-BD4E9551FB57}" type="datetimeFigureOut">
              <a:rPr lang="zh-CN" altLang="en-US" smtClean="0"/>
              <a:t>2024/4/9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799E15-F0FB-775E-1598-977AC6F7D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56B6C9-AF91-7E49-5460-C41AD353B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638EE-A265-4A73-88C0-401A2313D8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4201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	<Relationship Id="rId2" Type="http://schemas.openxmlformats.org/officeDocument/2006/relationships/theme" Target="../theme/theme1.xml" />
	<Relationship Id="rId1" Type="http://schemas.openxmlformats.org/officeDocument/2006/relationships/slideLayout" Target="../slideLayouts/slideLayout1.xml" />
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AFF2A27-8026-677D-1FB6-9AEC7AE4B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8BAAAFF-7F39-8E61-3F89-6F24E2A072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18342C-6982-7388-6C49-436CE0B16A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BD8758-6FB4-4023-B001-BD4E9551FB57}" type="datetimeFigureOut">
              <a:rPr lang="zh-CN" altLang="en-US" smtClean="0"/>
              <a:t>2024/4/9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545248-4DBD-8826-EE61-6F0EB2BF7A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52F273-23F3-76BC-235D-17636932CD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6638EE-A265-4A73-88C0-401A2313D8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287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	<Relationship Id="rId1" Type="http://schemas.openxmlformats.org/officeDocument/2006/relationships/slideLayout" Target="../slideLayouts/slideLayout1.xml" />
	<Relationship Id="rId2" Type="http://schemas.openxmlformats.org/officeDocument/2006/relationships/image" Target="../media/image10.png" />
</Relationships>

</file>

<file path=ppt/slides/_rels/slide2.xml.rels><?xml version="1.0" encoding="UTF-8" standalone="yes"?>
<Relationships xmlns="http://schemas.openxmlformats.org/package/2006/relationships">
	<Relationship Id="rId1" Type="http://schemas.openxmlformats.org/officeDocument/2006/relationships/slideLayout" Target="../slideLayouts/slideLayout1.xml" />
	<Relationship Id="rId2" Type="http://schemas.openxmlformats.org/officeDocument/2006/relationships/image" Target="../media/image20.png" />
</Relationships>

</file>

<file path=ppt/slides/_rels/slide3.xml.rels><?xml version="1.0" encoding="UTF-8" standalone="yes"?>
<Relationships xmlns="http://schemas.openxmlformats.org/package/2006/relationships">
	<Relationship Id="rId1" Type="http://schemas.openxmlformats.org/officeDocument/2006/relationships/slideLayout" Target="../slideLayouts/slideLayout1.xml" />
	<Relationship Id="rId2" Type="http://schemas.openxmlformats.org/officeDocument/2006/relationships/image" Target="../media/image30.png" />
</Relationships>

</file>

<file path=ppt/slides/_rels/slide4.xml.rels><?xml version="1.0" encoding="UTF-8" standalone="yes"?>
<Relationships xmlns="http://schemas.openxmlformats.org/package/2006/relationships">
	<Relationship Id="rId1" Type="http://schemas.openxmlformats.org/officeDocument/2006/relationships/slideLayout" Target="../slideLayouts/slideLayout1.xml" />
	<Relationship Id="rId2" Type="http://schemas.openxmlformats.org/officeDocument/2006/relationships/image" Target="../media/image40.png" />
</Relationships>

</file>

<file path=ppt/slides/_rels/slide5.xml.rels><?xml version="1.0" encoding="UTF-8" standalone="yes"?>
<Relationships xmlns="http://schemas.openxmlformats.org/package/2006/relationships">
	<Relationship Id="rId1" Type="http://schemas.openxmlformats.org/officeDocument/2006/relationships/slideLayout" Target="../slideLayouts/slideLayout1.xml" />
	<Relationship Id="rId2" Type="http://schemas.openxmlformats.org/officeDocument/2006/relationships/image" Target="../media/image50.png" />
</Relationships>

</file>

<file path=ppt/slides/_rels/slide6.xml.rels><?xml version="1.0" encoding="UTF-8" standalone="yes"?>
<Relationships xmlns="http://schemas.openxmlformats.org/package/2006/relationships">
	<Relationship Id="rId1" Type="http://schemas.openxmlformats.org/officeDocument/2006/relationships/slideLayout" Target="../slideLayouts/slideLayout1.xml" />
	<Relationship Id="rId2" Type="http://schemas.openxmlformats.org/officeDocument/2006/relationships/image" Target="../media/image60.png" />
</Relationships>

</file>

<file path=ppt/slides/_rels/slide7.xml.rels><?xml version="1.0" encoding="UTF-8" standalone="yes"?>
<Relationships xmlns="http://schemas.openxmlformats.org/package/2006/relationships">
	<Relationship Id="rId1" Type="http://schemas.openxmlformats.org/officeDocument/2006/relationships/slideLayout" Target="../slideLayouts/slideLayout1.xml" />
	<Relationship Id="rId2" Type="http://schemas.openxmlformats.org/officeDocument/2006/relationships/image" Target="../media/image70.png" />
</Relationships>

</file>

<file path=ppt/slides/_rels/slide8.xml.rels><?xml version="1.0" encoding="UTF-8" standalone="yes"?>
<Relationships xmlns="http://schemas.openxmlformats.org/package/2006/relationships">
	<Relationship Id="rId1" Type="http://schemas.openxmlformats.org/officeDocument/2006/relationships/slideLayout" Target="../slideLayouts/slideLayout1.xml" />
	<Relationship Id="rId2" Type="http://schemas.openxmlformats.org/officeDocument/2006/relationships/image" Target="../media/image80.png" />
</Relationships>

</file>

<file path=ppt/slides/_rels/slide9.xml.rels><?xml version="1.0" encoding="UTF-8" standalone="yes"?>
<Relationships xmlns="http://schemas.openxmlformats.org/package/2006/relationships">
	<Relationship Id="rId1" Type="http://schemas.openxmlformats.org/officeDocument/2006/relationships/slideLayout" Target="../slideLayouts/slideLayout1.xml" />
	<Relationship Id="rId2" Type="http://schemas.openxmlformats.org/officeDocument/2006/relationships/image" Target="../media/image90.png" />
</Relationships>

</file>

<file path=ppt/slides/_rels/slide10.xml.rels><?xml version="1.0" encoding="UTF-8" standalone="yes"?>
<Relationships xmlns="http://schemas.openxmlformats.org/package/2006/relationships">
	<Relationship Id="rId1" Type="http://schemas.openxmlformats.org/officeDocument/2006/relationships/slideLayout" Target="../slideLayouts/slideLayout1.xml" />
	<Relationship Id="rId2" Type="http://schemas.openxmlformats.org/officeDocument/2006/relationships/image" Target="../media/image100.png" />
</Relationships>

</file>

<file path=ppt/slides/_rels/slide11.xml.rels><?xml version="1.0" encoding="UTF-8" standalone="yes"?>
<Relationships xmlns="http://schemas.openxmlformats.org/package/2006/relationships">
	<Relationship Id="rId1" Type="http://schemas.openxmlformats.org/officeDocument/2006/relationships/slideLayout" Target="../slideLayouts/slideLayout1.xml" />
	<Relationship Id="rId2" Type="http://schemas.openxmlformats.org/officeDocument/2006/relationships/image" Target="../media/image110.png" />
</Relationships>

</file>

<file path=ppt/slides/_rels/slide12.xml.rels><?xml version="1.0" encoding="UTF-8" standalone="yes"?>
<Relationships xmlns="http://schemas.openxmlformats.org/package/2006/relationships">
	<Relationship Id="rId1" Type="http://schemas.openxmlformats.org/officeDocument/2006/relationships/slideLayout" Target="../slideLayouts/slideLayout1.xml" />
	<Relationship Id="rId2" Type="http://schemas.openxmlformats.org/officeDocument/2006/relationships/image" Target="../media/image120.png" />
</Relationships>

</file>

<file path=ppt/slides/_rels/slide13.xml.rels><?xml version="1.0" encoding="UTF-8" standalone="yes"?>
<Relationships xmlns="http://schemas.openxmlformats.org/package/2006/relationships">
	<Relationship Id="rId1" Type="http://schemas.openxmlformats.org/officeDocument/2006/relationships/slideLayout" Target="../slideLayouts/slideLayout1.xml" />
	<Relationship Id="rId2" Type="http://schemas.openxmlformats.org/officeDocument/2006/relationships/image" Target="../media/image130.png" />
</Relationships>

</file>

<file path=ppt/slides/_rels/slide14.xml.rels><?xml version="1.0" encoding="UTF-8" standalone="yes"?>
<Relationships xmlns="http://schemas.openxmlformats.org/package/2006/relationships">
	<Relationship Id="rId1" Type="http://schemas.openxmlformats.org/officeDocument/2006/relationships/slideLayout" Target="../slideLayouts/slideLayout1.xml" />
	<Relationship Id="rId2" Type="http://schemas.openxmlformats.org/officeDocument/2006/relationships/image" Target="../media/image140.png" />
</Relationships>

</file>

<file path=ppt/slides/_rels/slide15.xml.rels><?xml version="1.0" encoding="UTF-8" standalone="yes"?>
<Relationships xmlns="http://schemas.openxmlformats.org/package/2006/relationships">
	<Relationship Id="rId1" Type="http://schemas.openxmlformats.org/officeDocument/2006/relationships/slideLayout" Target="../slideLayouts/slideLayout1.xml" />
	<Relationship Id="rId2" Type="http://schemas.openxmlformats.org/officeDocument/2006/relationships/image" Target="../media/image150.png" />
</Relationships>

</file>

<file path=ppt/slides/_rels/slide16.xml.rels><?xml version="1.0" encoding="UTF-8" standalone="yes"?>
<Relationships xmlns="http://schemas.openxmlformats.org/package/2006/relationships">
	<Relationship Id="rId1" Type="http://schemas.openxmlformats.org/officeDocument/2006/relationships/slideLayout" Target="../slideLayouts/slideLayout1.xml" />
	<Relationship Id="rId2" Type="http://schemas.openxmlformats.org/officeDocument/2006/relationships/image" Target="../media/image160.png" />
</Relationships>

</file>

<file path=ppt/slides/_rels/slide17.xml.rels><?xml version="1.0" encoding="UTF-8" standalone="yes"?>
<Relationships xmlns="http://schemas.openxmlformats.org/package/2006/relationships">
	<Relationship Id="rId1" Type="http://schemas.openxmlformats.org/officeDocument/2006/relationships/slideLayout" Target="../slideLayouts/slideLayout1.xml" />
	<Relationship Id="rId2" Type="http://schemas.openxmlformats.org/officeDocument/2006/relationships/image" Target="../media/image170.png" />
</Relationships>

</file>

<file path=ppt/slides/_rels/slide18.xml.rels><?xml version="1.0" encoding="UTF-8" standalone="yes"?>
<Relationships xmlns="http://schemas.openxmlformats.org/package/2006/relationships">
	<Relationship Id="rId1" Type="http://schemas.openxmlformats.org/officeDocument/2006/relationships/slideLayout" Target="../slideLayouts/slideLayout1.xml" />
	<Relationship Id="rId2" Type="http://schemas.openxmlformats.org/officeDocument/2006/relationships/image" Target="../media/image180.png" />
</Relationships>

</file>

<file path=ppt/slides/_rels/slide19.xml.rels><?xml version="1.0" encoding="UTF-8" standalone="yes"?>
<Relationships xmlns="http://schemas.openxmlformats.org/package/2006/relationships">
	<Relationship Id="rId1" Type="http://schemas.openxmlformats.org/officeDocument/2006/relationships/slideLayout" Target="../slideLayouts/slideLayout1.xml" />
	<Relationship Id="rId2" Type="http://schemas.openxmlformats.org/officeDocument/2006/relationships/image" Target="../media/image190.png" />
</Relationships>

</file>

<file path=ppt/slides/_rels/slide20.xml.rels><?xml version="1.0" encoding="UTF-8" standalone="yes"?>
<Relationships xmlns="http://schemas.openxmlformats.org/package/2006/relationships">
	<Relationship Id="rId1" Type="http://schemas.openxmlformats.org/officeDocument/2006/relationships/slideLayout" Target="../slideLayouts/slideLayout1.xml" />
	<Relationship Id="rId2" Type="http://schemas.openxmlformats.org/officeDocument/2006/relationships/image" Target="../media/image200.png" />
</Relationships>

</file>

<file path=ppt/slides/_rels/slide21.xml.rels><?xml version="1.0" encoding="UTF-8" standalone="yes"?>
<Relationships xmlns="http://schemas.openxmlformats.org/package/2006/relationships">
	<Relationship Id="rId1" Type="http://schemas.openxmlformats.org/officeDocument/2006/relationships/slideLayout" Target="../slideLayouts/slideLayout1.xml" />
	<Relationship Id="rId2" Type="http://schemas.openxmlformats.org/officeDocument/2006/relationships/image" Target="../media/image210.png" />
</Relationships>

</file>

<file path=ppt/slides/_rels/slide22.xml.rels><?xml version="1.0" encoding="UTF-8" standalone="yes"?>
<Relationships xmlns="http://schemas.openxmlformats.org/package/2006/relationships">
	<Relationship Id="rId1" Type="http://schemas.openxmlformats.org/officeDocument/2006/relationships/slideLayout" Target="../slideLayouts/slideLayout1.xml" />
	<Relationship Id="rId2" Type="http://schemas.openxmlformats.org/officeDocument/2006/relationships/image" Target="../media/image220.png" />
</Relationships>

</file>

<file path=ppt/slides/_rels/slide23.xml.rels><?xml version="1.0" encoding="UTF-8" standalone="yes"?>
<Relationships xmlns="http://schemas.openxmlformats.org/package/2006/relationships">
	<Relationship Id="rId1" Type="http://schemas.openxmlformats.org/officeDocument/2006/relationships/slideLayout" Target="../slideLayouts/slideLayout1.xml" />
	<Relationship Id="rId2" Type="http://schemas.openxmlformats.org/officeDocument/2006/relationships/image" Target="../media/image230.png" />
</Relationships>

</file>

<file path=ppt/slides/_rels/slide24.xml.rels><?xml version="1.0" encoding="UTF-8" standalone="yes"?>
<Relationships xmlns="http://schemas.openxmlformats.org/package/2006/relationships">
	<Relationship Id="rId1" Type="http://schemas.openxmlformats.org/officeDocument/2006/relationships/slideLayout" Target="../slideLayouts/slideLayout1.xml" />
	<Relationship Id="rId2" Type="http://schemas.openxmlformats.org/officeDocument/2006/relationships/image" Target="../media/image240.png" />
</Relationships>

</file>

<file path=ppt/slides/_rels/slide25.xml.rels><?xml version="1.0" encoding="UTF-8" standalone="yes"?>
<Relationships xmlns="http://schemas.openxmlformats.org/package/2006/relationships">
	<Relationship Id="rId1" Type="http://schemas.openxmlformats.org/officeDocument/2006/relationships/slideLayout" Target="../slideLayouts/slideLayout1.xml" />
	<Relationship Id="rId2" Type="http://schemas.openxmlformats.org/officeDocument/2006/relationships/image" Target="../media/image250.png" />
</Relationships>

</file>

<file path=ppt/slides/_rels/slide26.xml.rels><?xml version="1.0" encoding="UTF-8" standalone="yes"?>
<Relationships xmlns="http://schemas.openxmlformats.org/package/2006/relationships">
	<Relationship Id="rId1" Type="http://schemas.openxmlformats.org/officeDocument/2006/relationships/slideLayout" Target="../slideLayouts/slideLayout1.xml" />
	<Relationship Id="rId2" Type="http://schemas.openxmlformats.org/officeDocument/2006/relationships/image" Target="../media/image260.png" />
</Relationships>

</file>

<file path=ppt/slides/_rels/slide27.xml.rels><?xml version="1.0" encoding="UTF-8" standalone="yes"?>
<Relationships xmlns="http://schemas.openxmlformats.org/package/2006/relationships">
	<Relationship Id="rId1" Type="http://schemas.openxmlformats.org/officeDocument/2006/relationships/slideLayout" Target="../slideLayouts/slideLayout1.xml" />
	<Relationship Id="rId2" Type="http://schemas.openxmlformats.org/officeDocument/2006/relationships/image" Target="../media/image270.png" />
</Relationships>

</file>

<file path=ppt/slides/_rels/slide28.xml.rels><?xml version="1.0" encoding="UTF-8" standalone="yes"?>
<Relationships xmlns="http://schemas.openxmlformats.org/package/2006/relationships">
	<Relationship Id="rId1" Type="http://schemas.openxmlformats.org/officeDocument/2006/relationships/slideLayout" Target="../slideLayouts/slideLayout1.xml" />
	<Relationship Id="rId2" Type="http://schemas.openxmlformats.org/officeDocument/2006/relationships/image" Target="../media/image280.png" />
</Relationships>

</file>

<file path=ppt/slides/_rels/slide29.xml.rels><?xml version="1.0" encoding="UTF-8" standalone="yes"?>
<Relationships xmlns="http://schemas.openxmlformats.org/package/2006/relationships">
	<Relationship Id="rId1" Type="http://schemas.openxmlformats.org/officeDocument/2006/relationships/slideLayout" Target="../slideLayouts/slideLayout1.xml" />
	<Relationship Id="rId2" Type="http://schemas.openxmlformats.org/officeDocument/2006/relationships/image" Target="../media/image290.png" />
</Relationships>

</file>

<file path=ppt/slides/_rels/slide30.xml.rels><?xml version="1.0" encoding="UTF-8" standalone="yes"?>
<Relationships xmlns="http://schemas.openxmlformats.org/package/2006/relationships">
	<Relationship Id="rId1" Type="http://schemas.openxmlformats.org/officeDocument/2006/relationships/slideLayout" Target="../slideLayouts/slideLayout1.xml" />
	<Relationship Id="rId2" Type="http://schemas.openxmlformats.org/officeDocument/2006/relationships/image" Target="../media/image300.png" />
</Relationships>

</file>

<file path=ppt/slides/_rels/slide31.xml.rels><?xml version="1.0" encoding="UTF-8" standalone="yes"?>
<Relationships xmlns="http://schemas.openxmlformats.org/package/2006/relationships">
	<Relationship Id="rId1" Type="http://schemas.openxmlformats.org/officeDocument/2006/relationships/slideLayout" Target="../slideLayouts/slideLayout1.xml" />
	<Relationship Id="rId2" Type="http://schemas.openxmlformats.org/officeDocument/2006/relationships/image" Target="../media/image310.png" />
</Relationships>

</file>

<file path=ppt/slides/_rels/slide32.xml.rels><?xml version="1.0" encoding="UTF-8" standalone="yes"?>
<Relationships xmlns="http://schemas.openxmlformats.org/package/2006/relationships">
	<Relationship Id="rId1" Type="http://schemas.openxmlformats.org/officeDocument/2006/relationships/slideLayout" Target="../slideLayouts/slideLayout1.xml" />
	<Relationship Id="rId2" Type="http://schemas.openxmlformats.org/officeDocument/2006/relationships/image" Target="../media/image320.png" />
</Relationships>

</file>

<file path=ppt/slides/_rels/slide33.xml.rels><?xml version="1.0" encoding="UTF-8" standalone="yes"?>
<Relationships xmlns="http://schemas.openxmlformats.org/package/2006/relationships">
	<Relationship Id="rId1" Type="http://schemas.openxmlformats.org/officeDocument/2006/relationships/slideLayout" Target="../slideLayouts/slideLayout1.xml" />
	<Relationship Id="rId2" Type="http://schemas.openxmlformats.org/officeDocument/2006/relationships/image" Target="../media/image330.png" />
</Relationships>

</file>

<file path=ppt/slides/_rels/slide34.xml.rels><?xml version="1.0" encoding="UTF-8" standalone="yes"?>
<Relationships xmlns="http://schemas.openxmlformats.org/package/2006/relationships">
	<Relationship Id="rId1" Type="http://schemas.openxmlformats.org/officeDocument/2006/relationships/slideLayout" Target="../slideLayouts/slideLayout1.xml" />
	<Relationship Id="rId2" Type="http://schemas.openxmlformats.org/officeDocument/2006/relationships/image" Target="../media/image340.png" />
</Relationships>

</file>

<file path=ppt/slides/_rels/slide35.xml.rels><?xml version="1.0" encoding="UTF-8" standalone="yes"?>
<Relationships xmlns="http://schemas.openxmlformats.org/package/2006/relationships">
	<Relationship Id="rId1" Type="http://schemas.openxmlformats.org/officeDocument/2006/relationships/slideLayout" Target="../slideLayouts/slideLayout1.xml" />
	<Relationship Id="rId2" Type="http://schemas.openxmlformats.org/officeDocument/2006/relationships/image" Target="../media/image350.png" 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4608004" cy="3456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4608004" cy="3456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4608004" cy="3456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4608004" cy="3456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4608004" cy="3456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4608004" cy="3456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4608004" cy="3456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4608004" cy="3456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4608004" cy="3456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4608004" cy="3456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4608004" cy="3456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4608004" cy="3456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4608004" cy="3456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4608004" cy="3456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4608004" cy="3456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4608004" cy="3456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4608004" cy="3456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4608004" cy="3456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4608004" cy="3456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4608004" cy="3456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4608004" cy="3456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4608004" cy="3456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4608004" cy="3456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4608004" cy="3456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4608004" cy="3456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4608004" cy="3456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4608004" cy="3456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4608004" cy="3456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4608004" cy="3456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4608004" cy="3456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4608004" cy="3456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4608004" cy="3456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4608004" cy="3456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4608004" cy="3456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4608004" cy="3456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UPDF</dc:creator>
  <cp:keywords/>
  <dc:description/>
  <cp:lastModifiedBy>UPDF</cp:lastModifiedBy>
  <cp:revision>7</cp:revision>
  <dcterms:created xsi:type="dcterms:W3CDTF">2025-07-06T23:56:36Z</dcterms:created>
  <dcterms:modified xsi:type="dcterms:W3CDTF">2025-07-06T23:56:36Z</dcterms:modified>
</cp:coreProperties>
</file>